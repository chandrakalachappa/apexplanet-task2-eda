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ApexPlanet Task 2 | EDA &amp; Business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14400"/>
            <a:ext cx="2468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Rows</a:t>
            </a:r>
          </a:p>
          <a:p>
            <a:pPr algn="ctr">
              <a:defRPr sz="1700" b="1"/>
            </a:pPr>
            <a:r>
              <a:t>1,000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914400"/>
            <a:ext cx="2468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Customers</a:t>
            </a:r>
          </a:p>
          <a:p>
            <a:pPr algn="ctr">
              <a:defRPr sz="1700" b="1"/>
            </a:pPr>
            <a:r>
              <a:t>947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914400"/>
            <a:ext cx="2468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Total sales</a:t>
            </a:r>
          </a:p>
          <a:p>
            <a:pPr algn="ctr">
              <a:defRPr sz="1700" b="1"/>
            </a:pPr>
            <a:r>
              <a:t>139,399,440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914400"/>
            <a:ext cx="2468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Missing cells</a:t>
            </a:r>
          </a:p>
          <a:p>
            <a:pPr algn="ctr">
              <a:defRPr sz="1700" b="1"/>
            </a:pPr>
            <a:r>
              <a:t>0</a:t>
            </a:r>
          </a:p>
        </p:txBody>
      </p:sp>
      <p:pic>
        <p:nvPicPr>
          <p:cNvPr id="7" name="Picture 6" descr="sale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57400"/>
            <a:ext cx="5394960" cy="3371850"/>
          </a:xfrm>
          <a:prstGeom prst="rect">
            <a:avLst/>
          </a:prstGeom>
        </p:spPr>
      </p:pic>
      <p:pic>
        <p:nvPicPr>
          <p:cNvPr id="8" name="Picture 7" descr="monthly_sale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057400"/>
            <a:ext cx="5394960" cy="299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5778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Top category: Electronics (50,778,582 sales units)  |  Top product: Laptop (25,443,009)  |  Top city: Patna (19,285,967)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